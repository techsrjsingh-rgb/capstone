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45720" cy="685800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C8"/>
                </a:solidFill>
              </a:rPr>
              <a:t>AI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4572000" cy="36576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6E8"/>
                </a:solidFill>
              </a:rPr>
              <a:t>Banking AI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99AA"/>
                </a:solidFill>
              </a:rPr>
              <a:t>Multi-Agent System powered by Anthropic 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97280"/>
            <a:ext cx="3108960" cy="50292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3B3B"/>
                </a:solidFill>
              </a:rPr>
              <a:t>$485B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947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annual fraud losses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53288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C8"/>
                </a:solidFill>
              </a:rPr>
              <a:t>&lt;10s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per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64845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CC71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178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test pass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7640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B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294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specialist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Why existing fraud detection is failing banks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1338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3B3B"/>
                </a:solidFill>
              </a:rPr>
              <a:t>$485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636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8"/>
                </a:solidFill>
              </a:rPr>
              <a:t>Annual fraud losses in global banking (2023)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11338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B800"/>
                </a:solidFill>
              </a:rPr>
              <a:t>~1%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706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8"/>
                </a:solidFill>
              </a:rPr>
              <a:t>Transactions reviewed by manual analysts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75888"/>
            <a:ext cx="11338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7705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B800"/>
                </a:solidFill>
              </a:rPr>
              <a:t>14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9776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8"/>
                </a:solidFill>
              </a:rPr>
              <a:t>Average time to detect fraud after incident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82896"/>
            <a:ext cx="11338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840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3B3B"/>
                </a:solidFill>
              </a:rPr>
              <a:t>97%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1846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8"/>
                </a:solidFill>
              </a:rPr>
              <a:t>False positive rate — legacy rule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C8"/>
                </a:solidFill>
              </a:rPr>
              <a:t>We need: speed + accuracy + explainability — not just rules, not just black-box ML.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Fraud Detection AI Agent — powered by Anthropic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3657600" cy="2212848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C8"/>
                </a:solidFill>
              </a:rPr>
              <a:t>⚡ &lt; 10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05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per transaction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261872"/>
            <a:ext cx="3657600" cy="2212848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4447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BFF"/>
                </a:solidFill>
              </a:rPr>
              <a:t>✅ / ⚠️ / 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1305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Safe · Suspicious · High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0456" y="1261872"/>
            <a:ext cx="3657600" cy="2212848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14447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CC71"/>
                </a:solidFill>
              </a:rPr>
              <a:t>📋 Explainable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21305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every decision in plain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85032"/>
            <a:ext cx="3657600" cy="2212848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679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B800"/>
                </a:solidFill>
              </a:rPr>
              <a:t>🔒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371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append-only for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3685032"/>
            <a:ext cx="3657600" cy="2212848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8679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3B3B"/>
                </a:solidFill>
              </a:rPr>
              <a:t>♻️ Self-Healing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55371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never crashes on API failures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3685032"/>
            <a:ext cx="3657600" cy="2212848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386791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C8"/>
                </a:solidFill>
              </a:rPr>
              <a:t>🔌 MCP Servers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55371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two independent FastMCP plugins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</a:rPr>
              <a:t>Tech Stack:  Python 3.14 · Anthropic SDK · Streamlit · Plotly · FastMCP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4-agent pipeline — deterministic → behavioral → deep reasoning → synthesis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297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① RulesAgent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6451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Pure Python, no API cost, instant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297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</a:rPr>
              <a:t>② PatternAgent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6451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claude-sonnet-4-6, behavioral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297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00"/>
                </a:solidFill>
              </a:rPr>
              <a:t>③ RiskScorerAgent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6451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claude-opus-4-8, extended 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297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④ CoordinatorAgent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46451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claude-opus-4-8, final decision +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End-to-end request flow with hooks middleware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532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C8"/>
                </a:solidFill>
              </a:rPr>
              <a:t>pre_process()  →  validate · rate-limit · sanitize · correlation ID     |     post_process()  →  compliance · fairness · audit ·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Skills, Subagents &amp;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How agents are instructed, communicate, and stay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530352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657600" cy="36576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C8"/>
                </a:solidFill>
              </a:rP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fraud_detection.md — system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0779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governance-compliance.md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risk-scoring.md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194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Define role · rules · tool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657600" cy="530352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188720"/>
            <a:ext cx="3657600" cy="36576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BFF"/>
                </a:solidFill>
              </a:rPr>
              <a:t>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019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Rules → Pattern → Scorer → Coordinator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90779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Each specialist is a separate agent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91363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True multi-agent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9194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Coordinator delegates &amp; synthesizes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8" y="1188720"/>
            <a:ext cx="3657600" cy="530352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8" y="1188720"/>
            <a:ext cx="36576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B800"/>
                </a:solidFill>
              </a:rPr>
              <a:t>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8" y="19019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pre_process() · validate · rate-limit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8" y="290779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post_process() · compliance · fairness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8" y="391363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Audit log · metrics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8" y="49194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▸  on_error() → safe Suspicious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MCP &amp; Plugin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Two independent FastMCP servers for contextual enrichment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36576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</a:rPr>
              <a:t>mcp_server_fraud.py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Port 8002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Transaction history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Customer blacklist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Fraud statistics 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3425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Pattern frequency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486400" cy="36576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C8"/>
                </a:solidFill>
              </a:rPr>
              <a:t>mcp_server_geo.py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Port 8003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59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Country risk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IP geolocation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758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High-risk region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3425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✓  Cross-border transaction 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AA"/>
                </a:solidFill>
              </a:rPr>
              <a:t>System degrades gracefully if MCP servers are unavailable — each server is independently deployable.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Validation · compliance · fairness · audit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0574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2057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FF"/>
                </a:solidFill>
              </a:rPr>
              <a:t>1. Input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Reject malformed transactions before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20574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" cy="205740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C8"/>
                </a:solidFill>
              </a:rPr>
              <a:t>2. Compliance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Every decision must have a justification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5577840" cy="20574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54864" cy="2057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3. Fairness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6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Flag High Risk on location-only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5577840" cy="205740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54864" cy="2057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00"/>
                </a:solidFill>
              </a:rPr>
              <a:t>4. Audit Logging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Append-only audit.jsonl — one JSON/line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06440"/>
            <a:ext cx="1143000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704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Rate Limiting: 20 req/min  (token-bucket)    |    Explainability: fraud_reasons · risk_score · explanation ·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Observability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Full audit trail with UUID-v4 correlation 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34924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C8"/>
                </a:solidFill>
              </a:rPr>
              <a:t>Logged Per Agent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▸  Agent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2374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▸  Input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1868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▸  Output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136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▸  Duration (ms)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▸  Timestamp (UTC ISO-8601)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▸  Correlation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88720"/>
            <a:ext cx="5852160" cy="534924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29844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FF"/>
                </a:solidFill>
              </a:rPr>
              <a:t>Metrics Tracked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3B3B"/>
                </a:solidFill>
              </a:rPr>
              <a:t>fraud_classification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8599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count per risk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2461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800"/>
                </a:solidFill>
              </a:rPr>
              <a:t>risk_score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65759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per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6177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agent_error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02919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error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C8"/>
                </a:solidFill>
              </a:rPr>
              <a:t>Full trace:  observability.get_audit_trail(correlation_id)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100% accuracy across all 22 sample transactions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40080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0" y="1188720"/>
            <a:ext cx="4754880" cy="521208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325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C8"/>
                </a:solidFill>
              </a:rPr>
              <a:t>Test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874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FF"/>
                </a:solidFill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929383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unit tests, 3 test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95351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00837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pass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03250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B800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08736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API calls required (all mocked)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11149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899A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1663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modules: agent · rules · 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Load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50 concurrent transactions — Locust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2331720" cy="47548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261872"/>
            <a:ext cx="2971800" cy="47548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261872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Throughput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61872"/>
            <a:ext cx="2926080" cy="47548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26187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261872"/>
            <a:ext cx="2697480" cy="47548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261872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Error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1138428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Rules-Only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7830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</a:rPr>
              <a:t>~200 txns/sec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</a:rPr>
              <a:t>&lt; 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783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</a:rPr>
              <a:t>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11384280" cy="914400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889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78892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B800"/>
                </a:solidFill>
              </a:rPr>
              <a:t>~2-5 txns/sec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88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B800"/>
                </a:solidFill>
              </a:rPr>
              <a:t>2-8 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78892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B800"/>
                </a:solidFill>
              </a:rPr>
              <a:t>&lt; 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11430000" cy="19659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C8"/>
                </a:solidFill>
              </a:rPr>
              <a:t>Recommended Hybrid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Run rules-only for ALL transactions (instant, free).  Escalate flagged cases to AI agent for deep analysis.  Best of both: speed at scale + accuracy for high-risk.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Impact &amp; Key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C8"/>
                </a:solidFill>
              </a:rPr>
              <a:t>Production-ready · Explainable · Regulatory-compliant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743200" cy="15087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C8"/>
                </a:solidFill>
              </a:rPr>
              <a:t>⚡ 10s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vs 14-hour manual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743200" cy="15087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FF"/>
                </a:solidFill>
              </a:rPr>
              <a:t>📊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transaction coverage (was 1%)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2743200" cy="15087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3B3B"/>
                </a:solidFill>
              </a:rPr>
              <a:t>💰 ~Billions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preventable fraud losses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743200" cy="150876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2984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B800"/>
                </a:solidFill>
              </a:rPr>
              <a:t>🔍 Full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audit trail, GDPR/RBI 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114300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54864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71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Not a black 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0175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Every decision fully explained — fraud reasons + risk score + agent trace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58184"/>
            <a:ext cx="114300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58184"/>
            <a:ext cx="54864" cy="7772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96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00"/>
                </a:solidFill>
              </a:rPr>
              <a:t>Not brittle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895344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Self-heals on API failures — always returns a safe Suspicious fallback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36008"/>
            <a:ext cx="114300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36008"/>
            <a:ext cx="54864" cy="7772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27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</a:rPr>
              <a:t>Not a silo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77316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FastMCP servers enable integration with any banking system or data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13832"/>
            <a:ext cx="114300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513832"/>
            <a:ext cx="54864" cy="7772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60527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C8"/>
                </a:solidFill>
              </a:rPr>
              <a:t>Regulatory-ready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65099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Append-only audit log, fairness checks, rate limiting, compliance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AA"/>
                </a:solidFill>
              </a:rPr>
              <a:t>Built with Anthropic Claude · Python 3.14 · Streamlit · FastMCP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